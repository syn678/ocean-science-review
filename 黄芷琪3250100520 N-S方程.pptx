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60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78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9" r:id="rId27"/>
    <p:sldId id="276" r:id="rId28"/>
    <p:sldId id="277" r:id="rId29"/>
    <p:sldId id="280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深入讲解流体力学的基石——纳维-斯托克斯方程，也就是我们常说的N-S方程。我们将从基本概念出发，一步步推导其数学形式，并探讨它的性质、简化形式以及在各个领域的广泛应用。希望通过这次讲解，能让大家对这个伟大的方程有一个全面而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讲解将分为五个部分。首先，我们会通过引言了解N-S方程的基本概念和重要地位。接着，回顾一些流体力学的预备知识，为后续的推导打下基础。第三部分是核心内容，我们将从质量守恒和动量守恒定律出发，一步步推导出N-S方程。之后，我们会解析方程的数学性质和几种重要的简化形式。最后，探讨N-S方程的实际应用和求解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那么，到底什么是N-S方程？简单来说，它是一组描述流体运动的数学方程，核心是动量守恒。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它的地位非常崇高，是流体力学的基石，与牛顿定律、麦克斯韦方程组等物理学经典理论具有同等重要的地位。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它的意义在于，无论是自然界的风云变幻，还是我们日常生活中的各种流动现象，甚至是飞机、汽车的工程设计，都可以用它来描述。可以说，理解了N-S方程，就掌握了打开流体世界大门的钥匙。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在正式推导方程之前，我们需要先回顾一些流体力学的基本概念和方法，这些是理解后续推导过程的关键。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我们首先介绍连续介质模型。简单来说，就是我们把流体看作是连绵不断的物质，而不是一个个分散的分子。这个假设让我们可以用数学上的连续函数来描述流体的性质，这是我们进行理论分析的基础。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描述流体运动，我们主要关注三个物理量：密度、速度和压力。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首先是密度，它告诉我们流体的质量分布，也就是流体的“轻重”，是惯性的量度。大家看左边的云图，不同的颜色代表了不同的密度值。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中间的是速度场，它是一个矢量场，不仅描述快慢，还描述方向。矢量图中的箭头清晰地展示了流体粒子的运动轨迹和速率。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最后是压力，它反映了流体内部的相互作用，是垂直作用在流体微团表面的力。右侧的分布图展示了压力在不同区域的数值变化。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这三个量是构建流体力学方程的基础，也是我们分析流体问题的核心要素。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推导守恒定律时，我们有两种视角：一种是跟踪特定的流体质点集合，也就是“系统”；另一种是观察空间中一个固定的区域，也就是“控制体”。雷诺输运定理帮助我们在这两种视角之间转换，这是我们接下来推导方程的核心数学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在正式推导方程之前，我们需要先回顾一些流体力学的基本概念和方法，这些是理解后续推导过程的关键。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质量守恒，也就是连续性方程。它的核心思想很简单：质量既不会创生也不会消灭。通过数学推导，我们得到了这个方程。对于不可压缩流体，比如水，密度变化很小，方程可以简化为速度场的散度为零，这意味着流体的体积在流动过程中保持不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动量守恒。这可以看作是流体版的牛顿第二定律：物体的动量变化率等于合外力。作用在流体上的力分为两类：体积力，比如重力，它作用在流体的每一个质点上；还有表面力，比如压力和粘性力，它作用在流体的表面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精确描述表面力，我们引入了应力张量的概念。它是一个9个分量的矩阵，能够完整地描述流体内部任意一个面上的应力情况，包括法向的压力和切向的粘性力。幸运的是，由于力矩平衡，这个张量是对称的，减少了我们需要处理的变量数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需要建立应力和流体运动之间的关系，这就是本构方程。对于像水和空气这样的牛顿流体，粘性应力与流体的变形速率（应变率）成正比。这个关系被称为广义牛顿定律，它将应力张量和应变率张量联系了起来，是推导N-S方程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开始正式推导动量方程。首先，我们对控制体应用动量守恒定律，写出其积分形式。这个方程表明，控制体内动量的变化率等于所有外力的和。然后，我们利用高斯定理，将表面力的面积分转换为体积分，这样方程两边就都变成了体积分，可以进一步化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整理，我们得到了动量方程的微分形式。这里的物质导数是关键，它包含了局部变化和对流变化两部分。接下来，我们将之前得到的粘性本构关系代入这个方程，替换掉应力张量。经过一系列的数学运算，我们就离最终的N-S方程越来越近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终于，我们得到了不可压缩流体的纳维-斯托克斯方程的矢量形式！这个方程完美地描述了粘性流体的运动规律。我们来解读一下各项的含义：左边是惯性力，包括随时间变化的非定常项和由流动本身引起的对流项，正是这个对流项让方程变得高度非线性；右边是外力，包括体积力、压力梯度和粘性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N-S方程在直角坐标系下的分量形式。虽然看起来非常复杂，但每个方向的方程都遵循相同的模式。这三个耦合的非线性偏微分方程，加上连续性方程，共同构成了描述不可压缩粘性流体流动的完整控制方程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推导出N-S方程后，我们来分析一下它的数学性质，并看看在一些特定条件下，它可以简化成什么形式。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-S方程最显著的特点就是它的非线性，这也是它难以求解的根源。它是一个二阶偏微分方程，需要初始条件和边界条件才能求解。此外，关于它的解的存在性和光滑性，至今仍是数学界的一个重大难题，这也从侧面反映了流体运动的复杂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一些特定条件下，N-S方程可以得到简化。比如，忽略粘性得到欧拉方程，适用于理想流体；忽略惯性力得到斯托克斯方程，适用于极慢的流动；而在边界层内，我们可以推导出专门的边界层方程，这些简化形式都为解决特定问题提供了极大的便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在正式推导方程之前，我们需要先回顾一些流体力学的基本概念和方法，这些是理解后续推导过程的关键。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-S方程的应用范围极其广泛，从天上飞的飞机到地上跑的汽车，从天气预报到血液流动，都离不开它。由于解析解难以获得，我们主要依靠数值方法，也就是计算流体动力学（CFD）来求解。现在有许多成熟的商业软件，让工程师能够精确地模拟和分析各种复杂的流动现象，从而优化设计，推动技术进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今天回顾了N-S方程的推导过程，理解了它的物理意义和数学性质，并了解了它在各个领域的广泛应用。N-S方程不仅是流体力学的基石，更是现代工程技术发展的重要工具。我的讲解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在正式推导方程之前，我们需要先回顾一些流体力学的基本概念和方法，这些是理解后续推导过程的关键。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jpe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jpe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svg"/><Relationship Id="rId8" Type="http://schemas.openxmlformats.org/officeDocument/2006/relationships/image" Target="../media/image59.png"/><Relationship Id="rId7" Type="http://schemas.openxmlformats.org/officeDocument/2006/relationships/image" Target="../media/image8.svg"/><Relationship Id="rId6" Type="http://schemas.openxmlformats.org/officeDocument/2006/relationships/image" Target="../media/image58.png"/><Relationship Id="rId5" Type="http://schemas.openxmlformats.org/officeDocument/2006/relationships/image" Target="../media/image44.svg"/><Relationship Id="rId4" Type="http://schemas.openxmlformats.org/officeDocument/2006/relationships/image" Target="../media/image57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svg"/><Relationship Id="rId6" Type="http://schemas.openxmlformats.org/officeDocument/2006/relationships/image" Target="../media/image62.png"/><Relationship Id="rId5" Type="http://schemas.openxmlformats.org/officeDocument/2006/relationships/image" Target="../media/image8.svg"/><Relationship Id="rId4" Type="http://schemas.openxmlformats.org/officeDocument/2006/relationships/image" Target="../media/image58.png"/><Relationship Id="rId3" Type="http://schemas.openxmlformats.org/officeDocument/2006/relationships/image" Target="../media/image22.svg"/><Relationship Id="rId2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36.svg"/><Relationship Id="rId4" Type="http://schemas.openxmlformats.org/officeDocument/2006/relationships/image" Target="../media/image62.png"/><Relationship Id="rId3" Type="http://schemas.openxmlformats.org/officeDocument/2006/relationships/image" Target="../media/image8.svg"/><Relationship Id="rId2" Type="http://schemas.openxmlformats.org/officeDocument/2006/relationships/image" Target="../media/image5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74.svg"/><Relationship Id="rId10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79.png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3.svg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44.svg"/><Relationship Id="rId2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8.jpeg"/><Relationship Id="rId7" Type="http://schemas.openxmlformats.org/officeDocument/2006/relationships/image" Target="../media/image87.svg"/><Relationship Id="rId6" Type="http://schemas.openxmlformats.org/officeDocument/2006/relationships/image" Target="../media/image86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6.svg"/><Relationship Id="rId4" Type="http://schemas.openxmlformats.org/officeDocument/2006/relationships/image" Target="../media/image89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2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92.svg"/><Relationship Id="rId16" Type="http://schemas.openxmlformats.org/officeDocument/2006/relationships/image" Target="../media/image91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6.svg"/><Relationship Id="rId10" Type="http://schemas.openxmlformats.org/officeDocument/2006/relationships/image" Target="../media/image90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070100" y="2032000"/>
            <a:ext cx="805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S方程的推导与解析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92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419600" y="3175000"/>
            <a:ext cx="335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B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流体力学核心方程深度讲解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黄芷琪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3250100520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丨</a:t>
            </a:r>
            <a:r>
              <a:rPr lang="en-US" altLang="zh-CN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2026.3.20</a:t>
            </a:r>
            <a:endParaRPr lang="en-US" altLang="zh-CN" sz="16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8669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1879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540000" y="17526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引言：什么是N-S方程？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40000" y="20955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了解基本概念与流体力学中的核心地位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590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28067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28194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540000" y="2692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预备知识：流体力学基础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40000" y="30353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回顾连续介质假设、应力张量等关键概念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530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3746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5000" y="37592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540000" y="36322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核心推导：从守恒律到N-S方程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40000" y="39751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基于质量与动量守恒定律的数学推导过程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470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46863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5000" y="4699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540000" y="4572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方程解析：性质与简化形式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540000" y="49149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探讨非线性特性、粘性项及无量纲化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410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56261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5000" y="56388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2540000" y="55118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应用与挑战：求解与展望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540000" y="58547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CFD数值模拟应用及数学界的千禧年难题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什么是纳维-斯托克斯方程？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854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803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2184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描述粘性不可压缩流体动量守恒的偏微分方程组，精确刻画流体微团在力作用下的运动规律。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115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33147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2639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科学地位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3644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流体力学的基石，与牛顿定律、麦克斯韦方程组等并列，是理解宏观流体运动的基础。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" y="4775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724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应用意义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397000" y="5105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解释从大气环流、海洋洋流到飞机设计、汽车制造等几乎所有流体相关现象与工程应用。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t="11" b="11"/>
          <a:stretch>
            <a:fillRect/>
          </a:stretch>
        </p:blipFill>
        <p:spPr>
          <a:xfrm>
            <a:off x="7366000" y="1651000"/>
            <a:ext cx="3556000" cy="2222500"/>
          </a:xfrm>
          <a:prstGeom prst="roundRect">
            <a:avLst>
              <a:gd name="adj" fmla="val 8571"/>
            </a:avLst>
          </a:prstGeom>
          <a:noFill/>
          <a:ln w="254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366000" y="4191000"/>
            <a:ext cx="3556000" cy="1651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A2A54">
                  <a:alpha val="40000"/>
                </a:srgbClr>
              </a:gs>
            </a:gsLst>
            <a:lin ang="270000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493000" y="4318000"/>
            <a:ext cx="330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C8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流体的奥秘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无论是自然界的风云变幻，还是工业界的精密设计，N-S方程都是揭示流体运动规律的“金钥匙”。</a:t>
            </a:r>
            <a:endParaRPr lang="en-US" sz="1400" b="0" i="0" u="none" strike="noStrike">
              <a:solidFill>
                <a:srgbClr val="DCE6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92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预备知识：流体力学基础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FUNDAMENTALS OF FLUID MECHANICS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流体的基本假设：连续介质模型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1905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流体由无数紧密相连的流体质点组成，忽略分子结构和间隙，视为连续介质。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04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2984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适用条件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365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流动特征尺度远大于分子平均自由程，适用于绝大多数宏观流动问题。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44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理论意义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4826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允许使用连续可微的场变量（密度、速度、压力等）描述流体运动，应用数学分析。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1905000"/>
            <a:ext cx="3810000" cy="2540000"/>
          </a:xfrm>
          <a:prstGeom prst="roundRect">
            <a:avLst>
              <a:gd name="adj" fmla="val 5000"/>
            </a:avLst>
          </a:prstGeom>
          <a:solidFill>
            <a:srgbClr val="000000">
              <a:alpha val="2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l="40" r="40"/>
          <a:stretch>
            <a:fillRect/>
          </a:stretch>
        </p:blipFill>
        <p:spPr>
          <a:xfrm>
            <a:off x="7239000" y="2032000"/>
            <a:ext cx="3556000" cy="1993900"/>
          </a:xfrm>
          <a:prstGeom prst="roundRect">
            <a:avLst>
              <a:gd name="adj" fmla="val 63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239000" y="4127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微观视角下的分子运动示意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流体的基本物理量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9000" y="1651000"/>
            <a:ext cx="304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406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密度 (ρ)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单位体积流体的质量，描述流体的“轻重”，是流体惯性的量度。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441" r="441"/>
          <a:stretch>
            <a:fillRect/>
          </a:stretch>
        </p:blipFill>
        <p:spPr>
          <a:xfrm>
            <a:off x="4572000" y="1651000"/>
            <a:ext cx="304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406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速度场 (v)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一个矢量场，描述流场中每一个流体质点的运动速度大小和方向。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l="9650" r="9650"/>
          <a:stretch>
            <a:fillRect/>
          </a:stretch>
        </p:blipFill>
        <p:spPr>
          <a:xfrm>
            <a:off x="8255000" y="1651000"/>
            <a:ext cx="304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255000" y="406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压力 (p)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4445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流体内部的法向应力，是垂直作用于流体微团表面的力，影响流动形态。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控制体与系统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0A2A54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549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 (System)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包含确定不变的物质的集合，它随流体一起运动，体积和形状可能发生变化。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0A2A54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587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549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控制体 (Control Volume)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固定在空间中的一个体积，流体可以自由地流入和流出。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0A2A54">
              <a:alpha val="8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8354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雷诺输运定理 (Reynolds Transport Theorem)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连接系统和控制体的桥梁，它将系统物理量的时间变化率，转换为控制体物理量的变化率加上通过控制面的通量。这是推导守恒方程的关键工具。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92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核心推导：从守恒律到N-S方程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质量守恒：连续性方程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物理意义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控制体内流体质量不会凭空产生或消失。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核心：质量变化率 = 净质量通量（流入 - 流出）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数学推导路径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应用雷诺输运定理于质量守恒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对控制体质量积分得到积分形式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利用高斯定理转化为微分形式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190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方程最终形式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413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通用形式：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00B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∂ρ/∂t + ∇·(ρv) = 0</a:t>
            </a:r>
            <a:endParaRPr lang="en-US" sz="1800" b="1" i="0" u="none" strike="noStrike">
              <a:solidFill>
                <a:srgbClr val="00B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不可压缩流体(ρ=常数)：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00B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∇·v = 0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(速度场散度为零)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461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对于不可压缩流体（如水），密度变化可忽略，连续性方程简化为速度场的散度为零，意味着流体体积在流动中保持守恒。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动量守恒原理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A2A54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17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714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物理意义：流体力学的牛顿第二定律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0955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控制体内流体动量的变化率，等于作用在控制体上所有外力的矢量和。这本质上是牛顿第二定律在流体力学中的体现。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0A2A54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体积力 (Body Force)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87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作用在流体微团每个质点上的力。例如：重力、电磁力。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175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0A2A54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3429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表面力 (Surface Force)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0" y="387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作用在流体微团表面上的力。包括法向压力和切向粘性力。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9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核心公式：</a:t>
            </a: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ΣF = d(mV)/dt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(动量变化率 = 合外力)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表面力的分解：应力张量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77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表面力的复杂性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表面力包含垂直于表面的法向分量（压力）和平行于表面的切向分量（粘性力）。为完整描述任意方向表面上的应力状态，需引入应力张量。</a:t>
            </a:r>
            <a:endParaRPr lang="en-US" sz="18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302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应力张量 (σ_ij)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一个包含9个分量的二阶张量。其中，σ_ij 表示作用在垂直于 i 方向的面上，沿 j 方向的应力分量，完整描述了流体内部的受力情况。</a:t>
            </a:r>
            <a:endParaRPr lang="en-US" sz="18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826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对称性 (Symmetry)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根据力矩平衡原理，应力张量满足 σ_ij = σ_ji，因此实际上只有 6 个独立分量，极大简化了数学处理。</a:t>
            </a:r>
            <a:endParaRPr lang="en-US" sz="18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2A54">
                  <a:alpha val="10000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A2A5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粘性本构关系（牛顿流体）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39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牛顿内摩擦定律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对于简单的剪切流动，切向应力与速度梯度成正比，比例系数即为动力粘度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μ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136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广义牛顿定律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1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将一维定律推广到三维流动，建立了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应力张量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应变率张量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之间的线性关系。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1739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本构方程 (Constitutive Equation)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286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</a:t>
            </a:r>
            <a:r>
              <a:rPr lang="en-US" sz="1400" b="0" i="0" u="none" strike="noStrike" baseline="-100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ij</a:t>
            </a: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-pδ</a:t>
            </a:r>
            <a:r>
              <a:rPr lang="en-US" sz="1400" b="0" i="0" u="none" strike="noStrike" baseline="-100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ij</a:t>
            </a: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+ 2μS</a:t>
            </a:r>
            <a:r>
              <a:rPr lang="en-US" sz="1400" b="0" i="0" u="none" strike="noStrike" baseline="-1000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ij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3048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应变率张量 (S</a:t>
            </a:r>
            <a:r>
              <a:rPr lang="en-US" sz="1200" b="0" i="0" u="none" strike="noStrike" baseline="-100000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ij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描述流体微团的变形速率，是速度梯度的对称部分。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压力项 (-pδ</a:t>
            </a:r>
            <a:r>
              <a:rPr lang="en-US" sz="1200" b="0" i="0" u="none" strike="noStrike" baseline="-100000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ij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代表各向同性的热力学压力，作用于流体微团。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A54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461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核心意义：广义牛顿定律是推导纳维-斯托克斯（N-S）方程的物理基础，将宏观运动与微观粘性力联系起来。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动量守恒方程的推导（一）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549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应用雷诺输运定理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87500" y="1968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将动量守恒定律应用于控制体，建立系统动量变化率与控制体动量变化率的关系，得到动量方程的积分形式。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4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0099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动量方程积分形式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7500" y="34290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d/dt ∫ ρv dV = ∫ ρf dV + ∫ σᵢⱼ nⱼ dA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87500" y="38735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左侧：控制体内动量的时间变化率 | 右侧：体积力合力 + 表面力合力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4851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高斯定理转换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87500" y="5270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利用高斯定理将表面力的面积分转化为体积分：</a:t>
            </a: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∫ σᵢⱼ nⱼ dA = ∫ ∂σᵢⱼ/∂xⱼ dV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6223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动量守恒方程的推导（二）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549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整理得到微分形式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87500" y="19304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积分号可去掉，得到微分形式：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ρ(Dv/Dt) = ρf + ∇·σ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注：D/Dt 为物质导数，描述随体变化率，包含局部变化与对流变化。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87500" y="3200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代入本构关系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7500" y="35814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将广义牛顿定律代入上式：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 = -pI + 2μS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 p 为压力，μ 为动力粘度，S 为应变率张量。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851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整理各项得到最终方程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87500" y="52324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经过张量运算与化简，消去应力张量 σ，最终得到以压力梯度和粘性力表示的动量方程。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纳维-斯托克斯方程的最终形式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1" u="none" strike="noStrike">
                <a:solidFill>
                  <a:srgbClr val="00B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ρ</a:t>
            </a:r>
            <a:r>
              <a:rPr lang="en-US" sz="2400" b="0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(∂v/∂t + v·∇v) = ρf - ∇p + μ∇²v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不可压缩流体的N-S方程（矢量形式）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各项物理意义解析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721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92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ρ (∂v/∂t)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非定常项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局部加速度，反映流场随时间的变化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737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508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ρ (v·∇v)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对流项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迁移加速度，方程非线性的根源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429000"/>
            <a:ext cx="520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3492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ρf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体积力项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作用在流体微团上的体力（如重力）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445000"/>
            <a:ext cx="5207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4737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508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-∇p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压力梯度项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压力差引起的作用力，驱动流体流动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689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5245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μ∇²v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粘性项（扩散项）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反映流体粘性导致的动量扩散与耗散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559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N-S方程的分量形式（直角坐标系）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为了更直观地理解和进行数值计算，我们通常将矢量形式的N-S方程分解到具体的坐标系中。在直角坐标系 (x, y, z) 下，速度矢量 $\mathbf{v} = (u, v, w)$，方程可以分解为以下三个分量形式：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 方向：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 u 的变化率 = 体积力 + 压力梯度 + 粘性力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 方向：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 v 的变化率 = 体积力 + 压力梯度 + 粘性力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 方向：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 w 的变化率 = 体积力 + 压力梯度 + 粘性力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注：$\nabla^2$ 为拉普拉斯算子，代表粘性耗散项；左侧为惯性项，右侧依次为体积力、压力梯度和粘性力。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34000" y="2032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方程解析：性质与简化形式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EQUATION ANALYSIS &amp; SIMPLIFICATION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N-S方程的性质分析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非线性特性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方程中的对流项是导致高度非线性的根本原因。非线性使得方程无通用解析解，绝大多数情况只能通过数值方法求解。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二阶偏微分方程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159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粘性项包含二阶导数，因此N-S方程在数学分类上属于二阶偏微分方程，描述了流体的扩散和耗散行为。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835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初边值问题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318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求解N-S方程需要完备的定解条件：给定初始时刻的流场状态（初始条件）和边界上的物理约束（边界条件）。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873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835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适定性难题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解的存在性、唯一性和光滑性是著名的“千禧年大奖难题”之一。尽管工程应用广泛，但数学上的完全证明至今尚未完成。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29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N-S方程的简化形式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欧拉方程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当流体粘性可忽略 (μ=0) 时，方程退化为欧拉方程，描述理想流体运动。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492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ρ(∂v/∂t + v·∇v) = ρf - ∇p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斯托克斯方程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流动极慢时，惯性力远小于粘性力，忽略惯性项得到，适用于低雷诺数流动。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3429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62500" y="3492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ρf - ∇p + μ∇²v = 0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边界层方程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在固体壁面附近的薄层内，通过量级分析简化方程，极大降低计算复杂度。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3429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445500" y="3492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量级分析简化形式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2A54">
                  <a:alpha val="10000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A2A5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92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应用与挑战：求解与展望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N-S方程的应用与数值求解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广泛的应用领域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1905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涵盖航空航天、气象预报、汽车工程、船舶设计及生物医学工程等，是流体力学工程应用的核心。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04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2984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数值求解方法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365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因解析解极少，工程上主要依赖计算流体动力学(CFD)，采用有限差分法(FDM)、有限元法(FEM)等数值手段。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4450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主流商业软件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ANSYS Fluent、OpenFOAM、STAR-CCM+等软件极大地推动了复杂流动现象的模拟与工程设计优化。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112000" y="1651000"/>
            <a:ext cx="4064000" cy="2540000"/>
          </a:xfrm>
          <a:prstGeom prst="roundRect">
            <a:avLst>
              <a:gd name="adj" fmla="val 7500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112000" y="431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汽车空气动力学CFD模拟流线图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2A54">
                  <a:alpha val="10000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A2A5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189095" y="142494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N-S方程课程总结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4095" y="2616835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1895" y="2807335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141095" y="331533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物理核心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141095" y="3696335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源于质量守恒和动量守恒定律，是描述粘性流体运动的核心方程。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570095" y="2616835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7895" y="2807335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697095" y="331533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复杂特性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7095" y="3696335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非线性特性使其行为复杂，是理解湍流等复杂流动现象的关键。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6095" y="2616835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73895" y="2807335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253095" y="331533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工程价值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253095" y="3696335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广泛应用于工程和科学领域，是现代CFD（计算流体力学）技术的基础。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3556008" y="508508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56845" y="2656205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6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</a:t>
            </a:r>
            <a:r>
              <a:rPr lang="zh-CN" altLang="en-US" sz="6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观看</a:t>
            </a:r>
            <a:endParaRPr lang="zh-CN" altLang="en-US" sz="6000" b="1" i="0" u="none" strike="noStrike">
              <a:solidFill>
                <a:srgbClr val="00B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5332730" y="3810000"/>
            <a:ext cx="1840230" cy="177165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2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3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4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5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6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7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8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9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10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11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ags/tag12.xml><?xml version="1.0" encoding="utf-8"?>
<p:tagLst xmlns:p="http://schemas.openxmlformats.org/presentationml/2006/main">
  <p:tag name="KSO_WM_DIAGRAM_VIRTUALLY_FRAME" val="{&quot;height&quot;:150,&quot;left&quot;:79.85,&quot;top&quot;:206.05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3502</Words>
  <Application>WPS 演示</Application>
  <PresentationFormat/>
  <Paragraphs>322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宋体</vt:lpstr>
      <vt:lpstr>Wingdings</vt:lpstr>
      <vt:lpstr>Arial</vt:lpstr>
      <vt:lpstr>Noto Sans SC</vt:lpstr>
      <vt:lpstr>DIN Alternate</vt:lpstr>
      <vt:lpstr>Segoe Print</vt:lpstr>
      <vt:lpstr>Times New Roman</vt:lpstr>
      <vt:lpstr>微软雅黑</vt:lpstr>
      <vt:lpstr>Arial Unicode MS</vt:lpstr>
      <vt:lpstr>DIN Alternate</vt:lpstr>
      <vt:lpstr>Times New Roman</vt:lpstr>
      <vt:lpstr>DIN Pro</vt:lpstr>
      <vt:lpstr>Office 主题​​</vt:lpstr>
      <vt:lpstr>默认主题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济哥</cp:lastModifiedBy>
  <cp:revision>1</cp:revision>
  <dcterms:created xsi:type="dcterms:W3CDTF">2026-03-24T14:51:09Z</dcterms:created>
  <dcterms:modified xsi:type="dcterms:W3CDTF">2026-03-24T14:51:09Z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1EEB2DED0DD941B9AC9D27E5231BBA6A_12</vt:lpwstr>
  </property>
</Properties>
</file>